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71" r:id="rId3"/>
    <p:sldId id="272" r:id="rId4"/>
    <p:sldId id="266" r:id="rId5"/>
    <p:sldId id="261" r:id="rId6"/>
    <p:sldId id="262" r:id="rId7"/>
    <p:sldId id="27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69A12-EDAC-4818-B4B5-EBDF1BA0D272}" type="datetimeFigureOut">
              <a:rPr lang="en-IN" smtClean="0"/>
              <a:pPr/>
              <a:t>03-07-2026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0CB69-38D0-4F00-B4C1-61D463DE647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4441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69A12-EDAC-4818-B4B5-EBDF1BA0D272}" type="datetimeFigureOut">
              <a:rPr lang="en-IN" smtClean="0"/>
              <a:pPr/>
              <a:t>03-07-2026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0CB69-38D0-4F00-B4C1-61D463DE647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8088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69A12-EDAC-4818-B4B5-EBDF1BA0D272}" type="datetimeFigureOut">
              <a:rPr lang="en-IN" smtClean="0"/>
              <a:pPr/>
              <a:t>03-07-2026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0CB69-38D0-4F00-B4C1-61D463DE647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7444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69A12-EDAC-4818-B4B5-EBDF1BA0D272}" type="datetimeFigureOut">
              <a:rPr lang="en-IN" smtClean="0"/>
              <a:pPr/>
              <a:t>03-07-2026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0CB69-38D0-4F00-B4C1-61D463DE647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4577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69A12-EDAC-4818-B4B5-EBDF1BA0D272}" type="datetimeFigureOut">
              <a:rPr lang="en-IN" smtClean="0"/>
              <a:pPr/>
              <a:t>03-07-2026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0CB69-38D0-4F00-B4C1-61D463DE647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35323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69A12-EDAC-4818-B4B5-EBDF1BA0D272}" type="datetimeFigureOut">
              <a:rPr lang="en-IN" smtClean="0"/>
              <a:pPr/>
              <a:t>03-07-2026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0CB69-38D0-4F00-B4C1-61D463DE647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4415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69A12-EDAC-4818-B4B5-EBDF1BA0D272}" type="datetimeFigureOut">
              <a:rPr lang="en-IN" smtClean="0"/>
              <a:pPr/>
              <a:t>03-07-2026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0CB69-38D0-4F00-B4C1-61D463DE647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9171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69A12-EDAC-4818-B4B5-EBDF1BA0D272}" type="datetimeFigureOut">
              <a:rPr lang="en-IN" smtClean="0"/>
              <a:pPr/>
              <a:t>03-07-2026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0CB69-38D0-4F00-B4C1-61D463DE647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3981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69A12-EDAC-4818-B4B5-EBDF1BA0D272}" type="datetimeFigureOut">
              <a:rPr lang="en-IN" smtClean="0"/>
              <a:pPr/>
              <a:t>03-07-2026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0CB69-38D0-4F00-B4C1-61D463DE647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7481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69A12-EDAC-4818-B4B5-EBDF1BA0D272}" type="datetimeFigureOut">
              <a:rPr lang="en-IN" smtClean="0"/>
              <a:pPr/>
              <a:t>03-07-2026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0CB69-38D0-4F00-B4C1-61D463DE647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0004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69A12-EDAC-4818-B4B5-EBDF1BA0D272}" type="datetimeFigureOut">
              <a:rPr lang="en-IN" smtClean="0"/>
              <a:pPr/>
              <a:t>03-07-2026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0CB69-38D0-4F00-B4C1-61D463DE647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8801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969A12-EDAC-4818-B4B5-EBDF1BA0D272}" type="datetimeFigureOut">
              <a:rPr lang="en-IN" smtClean="0"/>
              <a:pPr/>
              <a:t>03-07-2026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30CB69-38D0-4F00-B4C1-61D463DE647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8747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4142" y="1230594"/>
            <a:ext cx="11143716" cy="1470025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  <a:latin typeface="Book Antiqua" pitchFamily="18" charset="0"/>
              </a:rPr>
              <a:t>Phase-2 </a:t>
            </a:r>
            <a:br>
              <a:rPr lang="en-US" dirty="0">
                <a:solidFill>
                  <a:srgbClr val="FF0000"/>
                </a:solidFill>
                <a:latin typeface="Book Antiqua" pitchFamily="18" charset="0"/>
              </a:rPr>
            </a:br>
            <a:r>
              <a:rPr lang="en-US" dirty="0">
                <a:solidFill>
                  <a:srgbClr val="FF0000"/>
                </a:solidFill>
                <a:latin typeface="Book Antiqua" pitchFamily="18" charset="0"/>
              </a:rPr>
              <a:t>Innovation / Startup Name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95600" y="3266904"/>
            <a:ext cx="6400800" cy="2819400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>
                <a:latin typeface="Book Antiqua" pitchFamily="18" charset="0"/>
              </a:rPr>
              <a:t>Group Leader Name</a:t>
            </a:r>
          </a:p>
          <a:p>
            <a:r>
              <a:rPr lang="en-US" dirty="0">
                <a:latin typeface="Book Antiqua" pitchFamily="18" charset="0"/>
              </a:rPr>
              <a:t>Team Member 2</a:t>
            </a:r>
          </a:p>
          <a:p>
            <a:r>
              <a:rPr lang="en-US" dirty="0">
                <a:latin typeface="Book Antiqua" pitchFamily="18" charset="0"/>
              </a:rPr>
              <a:t>Team Member 3</a:t>
            </a:r>
          </a:p>
          <a:p>
            <a:r>
              <a:rPr lang="en-US" dirty="0">
                <a:latin typeface="Book Antiqua" pitchFamily="18" charset="0"/>
              </a:rPr>
              <a:t>Team Member 4</a:t>
            </a:r>
          </a:p>
          <a:p>
            <a:r>
              <a:rPr lang="en-US" dirty="0">
                <a:latin typeface="Book Antiqua" pitchFamily="18" charset="0"/>
              </a:rPr>
              <a:t>…</a:t>
            </a:r>
          </a:p>
          <a:p>
            <a:endParaRPr lang="en-US" dirty="0">
              <a:latin typeface="Book Antiqua" pitchFamily="18" charset="0"/>
            </a:endParaRPr>
          </a:p>
          <a:p>
            <a:r>
              <a:rPr lang="en-US" b="1" dirty="0">
                <a:latin typeface="Book Antiqua" pitchFamily="18" charset="0"/>
              </a:rPr>
              <a:t>Faculty Guide /Mentor</a:t>
            </a:r>
          </a:p>
          <a:p>
            <a:endParaRPr lang="en-US" b="1" dirty="0">
              <a:latin typeface="Book Antiqua" pitchFamily="18" charset="0"/>
            </a:endParaRPr>
          </a:p>
          <a:p>
            <a:r>
              <a:rPr lang="en-US" b="1" dirty="0">
                <a:latin typeface="Book Antiqua" pitchFamily="18" charset="0"/>
              </a:rPr>
              <a:t>Domain</a:t>
            </a:r>
          </a:p>
          <a:p>
            <a:endParaRPr lang="en-US" dirty="0">
              <a:latin typeface="Book Antiqua" pitchFamily="18" charset="0"/>
            </a:endParaRPr>
          </a:p>
        </p:txBody>
      </p:sp>
      <p:pic>
        <p:nvPicPr>
          <p:cNvPr id="1026" name="Picture 2" descr="SSIP Gujarat">
            <a:extLst>
              <a:ext uri="{FF2B5EF4-FFF2-40B4-BE49-F238E27FC236}">
                <a16:creationId xmlns:a16="http://schemas.microsoft.com/office/drawing/2014/main" id="{85D06165-8C94-4F1A-D6F9-DF5CE43DBB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2237" y="206303"/>
            <a:ext cx="1933575" cy="781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4088"/>
            <a:ext cx="2991394" cy="825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479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87353"/>
            <a:ext cx="10515600" cy="703335"/>
          </a:xfrm>
        </p:spPr>
        <p:txBody>
          <a:bodyPr/>
          <a:lstStyle/>
          <a:p>
            <a:r>
              <a:rPr lang="en-US" dirty="0"/>
              <a:t>Problem statement /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90662" y="2559050"/>
            <a:ext cx="9210675" cy="1536700"/>
          </a:xfrm>
        </p:spPr>
        <p:txBody>
          <a:bodyPr/>
          <a:lstStyle/>
          <a:p>
            <a:pPr lvl="0"/>
            <a:r>
              <a:rPr lang="en-US" dirty="0"/>
              <a:t>What Problem/Pain are you solving?</a:t>
            </a:r>
          </a:p>
          <a:p>
            <a:pPr lvl="0"/>
            <a:r>
              <a:rPr lang="en-US" dirty="0"/>
              <a:t>Who has this problem (Customer)?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2" descr="SSIP Gujarat">
            <a:extLst>
              <a:ext uri="{FF2B5EF4-FFF2-40B4-BE49-F238E27FC236}">
                <a16:creationId xmlns:a16="http://schemas.microsoft.com/office/drawing/2014/main" id="{6F4E0728-110A-37E6-CA7A-C804EC3552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2237" y="206303"/>
            <a:ext cx="1933575" cy="781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" y="184088"/>
            <a:ext cx="2991394" cy="825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527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" y="1326776"/>
            <a:ext cx="10515600" cy="449637"/>
          </a:xfrm>
        </p:spPr>
        <p:txBody>
          <a:bodyPr>
            <a:normAutofit fontScale="90000"/>
          </a:bodyPr>
          <a:lstStyle/>
          <a:p>
            <a:pPr lvl="0"/>
            <a:r>
              <a:rPr lang="en-US" dirty="0"/>
              <a:t>Your Proposed Solution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9725" y="2444750"/>
            <a:ext cx="10515600" cy="1250950"/>
          </a:xfrm>
        </p:spPr>
        <p:txBody>
          <a:bodyPr/>
          <a:lstStyle/>
          <a:p>
            <a:pPr lvl="0"/>
            <a:r>
              <a:rPr lang="en-US" dirty="0"/>
              <a:t>What does your solution do?</a:t>
            </a:r>
          </a:p>
          <a:p>
            <a:pPr lvl="0"/>
            <a:r>
              <a:rPr lang="en-US" dirty="0"/>
              <a:t>How does it Work? </a:t>
            </a:r>
          </a:p>
          <a:p>
            <a:endParaRPr lang="en-US" dirty="0"/>
          </a:p>
        </p:txBody>
      </p:sp>
      <p:pic>
        <p:nvPicPr>
          <p:cNvPr id="5" name="Picture 2" descr="SSIP Gujarat">
            <a:extLst>
              <a:ext uri="{FF2B5EF4-FFF2-40B4-BE49-F238E27FC236}">
                <a16:creationId xmlns:a16="http://schemas.microsoft.com/office/drawing/2014/main" id="{472B6871-76EF-3222-42DE-78AEDC43DA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2237" y="206303"/>
            <a:ext cx="1933575" cy="781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" y="184088"/>
            <a:ext cx="2991394" cy="825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627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30587"/>
            <a:ext cx="10515600" cy="743237"/>
          </a:xfrm>
        </p:spPr>
        <p:txBody>
          <a:bodyPr>
            <a:normAutofit fontScale="90000"/>
          </a:bodyPr>
          <a:lstStyle/>
          <a:p>
            <a:r>
              <a:rPr lang="en-US" dirty="0"/>
              <a:t>Differentiation </a:t>
            </a:r>
            <a:br>
              <a:rPr lang="en-US" dirty="0"/>
            </a:br>
            <a:r>
              <a:rPr lang="en-US" sz="2700" dirty="0"/>
              <a:t>(How different from existing solution available in market?)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17059"/>
            <a:ext cx="10515600" cy="4159904"/>
          </a:xfrm>
        </p:spPr>
        <p:txBody>
          <a:bodyPr/>
          <a:lstStyle/>
          <a:p>
            <a:pPr algn="just"/>
            <a:endParaRPr lang="en-IN" dirty="0"/>
          </a:p>
        </p:txBody>
      </p:sp>
      <p:pic>
        <p:nvPicPr>
          <p:cNvPr id="5" name="Picture 2" descr="SSIP Gujarat">
            <a:extLst>
              <a:ext uri="{FF2B5EF4-FFF2-40B4-BE49-F238E27FC236}">
                <a16:creationId xmlns:a16="http://schemas.microsoft.com/office/drawing/2014/main" id="{509A6A09-0210-1DEC-4611-C3BAB82F54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2237" y="206303"/>
            <a:ext cx="1933575" cy="781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" y="184088"/>
            <a:ext cx="2991394" cy="825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501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58947"/>
            <a:ext cx="10515600" cy="498382"/>
          </a:xfrm>
        </p:spPr>
        <p:txBody>
          <a:bodyPr>
            <a:normAutofit fontScale="90000"/>
          </a:bodyPr>
          <a:lstStyle/>
          <a:p>
            <a:pPr lvl="0"/>
            <a:r>
              <a:rPr lang="en-US" dirty="0"/>
              <a:t>Competitor Analysis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0625" y="2682875"/>
            <a:ext cx="10515600" cy="2184400"/>
          </a:xfrm>
        </p:spPr>
        <p:txBody>
          <a:bodyPr/>
          <a:lstStyle/>
          <a:p>
            <a:pPr lvl="0"/>
            <a:r>
              <a:rPr lang="en-US" dirty="0"/>
              <a:t>Name of Competitor</a:t>
            </a:r>
          </a:p>
          <a:p>
            <a:pPr lvl="0"/>
            <a:r>
              <a:rPr lang="en-US" dirty="0"/>
              <a:t>How you are different to your competitor?</a:t>
            </a:r>
          </a:p>
          <a:p>
            <a:endParaRPr lang="en-US" dirty="0"/>
          </a:p>
        </p:txBody>
      </p:sp>
      <p:pic>
        <p:nvPicPr>
          <p:cNvPr id="5" name="Picture 2" descr="SSIP Gujarat">
            <a:extLst>
              <a:ext uri="{FF2B5EF4-FFF2-40B4-BE49-F238E27FC236}">
                <a16:creationId xmlns:a16="http://schemas.microsoft.com/office/drawing/2014/main" id="{D23E361E-D96A-0102-1B33-CBC0DC2FC5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2237" y="206303"/>
            <a:ext cx="1933575" cy="781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" y="184088"/>
            <a:ext cx="2991394" cy="825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0213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15788"/>
            <a:ext cx="10515600" cy="874900"/>
          </a:xfrm>
        </p:spPr>
        <p:txBody>
          <a:bodyPr>
            <a:normAutofit/>
          </a:bodyPr>
          <a:lstStyle/>
          <a:p>
            <a:r>
              <a:rPr lang="en-IN" sz="4000" dirty="0"/>
              <a:t>Budget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5430" y="1945340"/>
            <a:ext cx="10515600" cy="3915099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2" descr="SSIP Gujarat">
            <a:extLst>
              <a:ext uri="{FF2B5EF4-FFF2-40B4-BE49-F238E27FC236}">
                <a16:creationId xmlns:a16="http://schemas.microsoft.com/office/drawing/2014/main" id="{6766CA7E-1B57-C9B2-4D81-F888F87C55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2237" y="206303"/>
            <a:ext cx="1933575" cy="781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" y="184088"/>
            <a:ext cx="2991394" cy="825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5710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16067-901A-CB2F-FDA1-05D6449005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0942" y="2790124"/>
            <a:ext cx="9144000" cy="1277751"/>
          </a:xfrm>
        </p:spPr>
        <p:txBody>
          <a:bodyPr>
            <a:normAutofit/>
          </a:bodyPr>
          <a:lstStyle/>
          <a:p>
            <a:pPr algn="l"/>
            <a:r>
              <a:rPr lang="en-IN" sz="8000" b="1" dirty="0"/>
              <a:t>Thank you</a:t>
            </a:r>
          </a:p>
        </p:txBody>
      </p:sp>
      <p:pic>
        <p:nvPicPr>
          <p:cNvPr id="5" name="Picture 2" descr="SSIP Gujarat">
            <a:extLst>
              <a:ext uri="{FF2B5EF4-FFF2-40B4-BE49-F238E27FC236}">
                <a16:creationId xmlns:a16="http://schemas.microsoft.com/office/drawing/2014/main" id="{3D39EA8E-7015-F1B3-B9B5-343B4C9ACE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2237" y="206303"/>
            <a:ext cx="1933575" cy="781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" y="184088"/>
            <a:ext cx="2991394" cy="825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5437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88</Words>
  <Application>Microsoft Office PowerPoint</Application>
  <PresentationFormat>Widescreen</PresentationFormat>
  <Paragraphs>22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Book Antiqua</vt:lpstr>
      <vt:lpstr>Calibri</vt:lpstr>
      <vt:lpstr>Calibri Light</vt:lpstr>
      <vt:lpstr>Office Theme</vt:lpstr>
      <vt:lpstr>Phase-2  Innovation / Startup Name</vt:lpstr>
      <vt:lpstr>Problem statement / Opportunity</vt:lpstr>
      <vt:lpstr>Your Proposed Solution </vt:lpstr>
      <vt:lpstr>Differentiation  (How different from existing solution available in market?) </vt:lpstr>
      <vt:lpstr>Competitor Analysis </vt:lpstr>
      <vt:lpstr>Budget Plan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Initiative Name (different from project title)</dc:title>
  <dc:creator>Windows User</dc:creator>
  <cp:lastModifiedBy>Sonal Sudani</cp:lastModifiedBy>
  <cp:revision>37</cp:revision>
  <dcterms:created xsi:type="dcterms:W3CDTF">2019-07-02T13:40:49Z</dcterms:created>
  <dcterms:modified xsi:type="dcterms:W3CDTF">2026-07-03T10:28:34Z</dcterms:modified>
</cp:coreProperties>
</file>